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Global Executive Board Report — Cyber Risk Posture</a:t>
            </a:r>
          </a:p>
        </p:txBody>
      </p:sp>
      <p:sp>
        <p:nvSpPr>
          <p:cNvPr id="3" name="Content Placeholder 2"/>
          <p:cNvSpPr>
            <a:spLocks noGrp="1"/>
          </p:cNvSpPr>
          <p:nvPr>
            <p:ph idx="1"/>
          </p:nvPr>
        </p:nvSpPr>
        <p:spPr/>
        <p:txBody>
          <a:bodyPr/>
          <a:lstStyle/>
          <a:p>
            <a:r>
              <a:t>**Date:** 2026-03-09 | **Classification:** Board Confidential | **Total Global Value at Cyber Risk (VaCR):** $44,700,000</a:t>
            </a:r>
          </a:p>
          <a:p>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AeroGrid Wind Solutions faces a total quantified risk exposure of $44,700,000 across three active operational regions, with the gravest concentration in North America where criminal actors are directly targeting wind farm telemetry and remote maintenance infrastructure. Across all active regions, the threat patterns converge on a common business impact: disruption of operational continuity in both the manufacturing and service segments that define AeroGrid's revenue model. The combination of IP exfiltration risk in APAC, service-disrupting encryption in AME, and insider-enabled espionage in MED creates a compound exposure across the 75% manufacturing and 25% service lines of business. The board should treat this as an enterprise-wide risk posture requiring validated recovery capabilities and governance controls proportionate to the $44,700,000 financial exposure ceiling.</a:t>
            </a:r>
          </a:p>
          <a:p>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 Threat Landscape</a:t>
            </a:r>
          </a:p>
        </p:txBody>
      </p:sp>
      <p:sp>
        <p:nvSpPr>
          <p:cNvPr id="3" name="Content Placeholder 2"/>
          <p:cNvSpPr>
            <a:spLocks noGrp="1"/>
          </p:cNvSpPr>
          <p:nvPr>
            <p:ph idx="1"/>
          </p:nvPr>
        </p:nvSpPr>
        <p:spPr/>
        <p:txBody>
          <a:bodyPr/>
          <a:lstStyle/>
          <a:p>
            <a:r>
              <a:t>### APAC — $18,500,000 at Risk | Severity: High</a:t>
            </a:r>
          </a:p>
          <a:p>
            <a:r>
              <a:t>**Scenario Types:** System intrusion</a:t>
            </a:r>
          </a:p>
          <a:p>
            <a:r>
              <a:t>State-aligned actors operating across the South China Sea corridor are actively pursuing access to AeroGrid's proprietary turbine aerodynamic designs and blade manufacturing environments, representing a direct threat to the company's core intellectual property and production continuity. A successful intrusion could erode AeroGrid's competitive differentiation in a market where turbine efficiency margins determine contract awards, while simultaneous disruption to manufacturing control environments risks cascading delivery failures and contractual penalties with government-backed energy clients. The $18,500,000 VaCR exposure reflects the quantified ceiling of financial impact under current threat conditions and geopolitical posture.</a:t>
            </a:r>
          </a:p>
          <a:p>
            <a:r>
              <a:t>### AME — $22,000,000 at Risk | Severity: Critical</a:t>
            </a:r>
          </a:p>
          <a:p>
            <a:r>
              <a:t>**Scenario Types:** Ransomware</a:t>
            </a:r>
          </a:p>
          <a:p>
            <a:r>
              <a:t>Financially motivated criminal syndicates have confirmed hostile activity directed at the live wind farm telemetry and remote maintenance scheduling systems that underpin AeroGrid's North American service delivery capability, representing the single highest-consequence scenario class in the empirical global baseline at 37.6% of all financial losses. An extended disruption to these systems would impair real-time turbine performance monitoring and field service coordination, directly threatening the 25% of AeroGrid revenue derived from global service and maintenance contracts. The $22,000,000 VaCR exposure demands board-level attention given the confirmed threat activity and the direct dependency of service revenue continuity on these operational systems.</a:t>
            </a:r>
          </a:p>
          <a:p>
            <a:r>
              <a:t>### MED — $4,200,000 at Risk | Severity: Medium</a:t>
            </a:r>
          </a:p>
          <a:p>
            <a:r>
              <a:t>**Scenario Types:** Insider misuse</a:t>
            </a:r>
          </a:p>
          <a:p>
            <a:r>
              <a:t>Economic instability across southern Europe has elevated the risk of insider-enabled exfiltration of the predictive maintenance algorithms and offshore servicing contract relationships that constitute AeroGrid's primary competitive advantage in the Mediterranean market. Should this proprietary knowledge be transferred to competitors, the operational differentiation built on years of field data and algorithmic refinement could be materially and irreversibly compromised, undermining both current contract performance and future award prospects. The $4,200,000 VaCR exposure, while the smallest active regional figure, carries an asymmetric loss profile given the long-term strategic value of the assets at risk.</a:t>
            </a:r>
          </a:p>
          <a:p>
            <a:r>
              <a:t>---</a:t>
            </a:r>
          </a:p>
          <a:p>
            <a:r>
              <a:t>*Regions analyzed: 3 | Regions skipped: 2 | Source: Enterprise CRQ 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