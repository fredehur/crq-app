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Global Executive Board Report — Cyber Risk Posture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**Date:** 2026-03-09 | **Classification:** Board Confidential | **Total Global Value at Cyber Risk (VaCR):** $44,700,000</a:t>
            </a:r>
          </a:p>
          <a:p>
            <a:r>
              <a:t>---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AeroGrid Wind Solutions faces $44.7M in aggregate risk exposure across three operational regions, driven by financially motivated disruption campaigns in North America, state-directed supply chain interference in Asia-Pacific, and elevated insider risk in the Mediterranean. Ransomware and system intrusion together represent the two highest-impact scenario types globally, directly threatening turbine manufacturing continuity and remote service delivery. The convergence of production disruption, intellectual property loss, and service revenue erosion across all three regions signals a systemic pattern that could impair both the manufacturing core (75% of revenue) and the global maintenance business simultaneously.</a:t>
            </a:r>
          </a:p>
          <a:p>
            <a:r>
              <a:t>---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Escalated Regions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### AME — $22,000,000 at Risk | Severity: Critical</a:t>
            </a:r>
          </a:p>
          <a:p>
            <a:r>
              <a:t>**Primary Scenario:** Ransomware</a:t>
            </a:r>
          </a:p>
          <a:p>
            <a:r>
              <a:t>Financially motivated syndicates are targeting energy service providers, placing wind farm telemetry and remote maintenance scheduling at direct risk. Ransomware carries the highest financial impact rank globally at 37.6%, and the $22M exposure reflects recovery costs, service-level agreement breaches, and lost service revenue that would degrade AeroGrid's maintenance business across North American operations.</a:t>
            </a:r>
          </a:p>
          <a:p>
            <a:r>
              <a:t>### APAC — $18,500,000 at Risk | Severity: High</a:t>
            </a:r>
          </a:p>
          <a:p>
            <a:r>
              <a:t>**Primary Scenario:** System intrusion</a:t>
            </a:r>
          </a:p>
          <a:p>
            <a:r>
              <a:t>State-sponsored actors exploiting South China Sea supply chain tensions pose a direct threat to proprietary turbine aerodynamic designs and blade manufacturing plants. System intrusion ranks first in event frequency at 43.3%, making this the most probable scenario type AeroGrid faces. The $18.5M exposure encompasses production disruption, intellectual property loss, and contractual penalties across the Asia-Pacific manufacturing footprint.</a:t>
            </a:r>
          </a:p>
          <a:p>
            <a:r>
              <a:t>### MED — $4,200,000 at Risk | Severity: Medium</a:t>
            </a:r>
          </a:p>
          <a:p>
            <a:r>
              <a:t>**Primary Scenario:** Insider misuse</a:t>
            </a:r>
          </a:p>
          <a:p>
            <a:r>
              <a:t>Regional economic instability is elevating insider risk, threatening predictive maintenance algorithms and offshore servicing contracts. While insider misuse carries a lower frequency rank of 5, its financial impact rank of 4 reflects meaningful exposure. The $4.2M at risk covers intellectual property loss and service disruption to Mediterranean offshore wind operations.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Clear Regions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### LATAM — Clear</a:t>
            </a:r>
          </a:p>
          <a:p>
            <a:r>
              <a:t>No credible threat identified. Region operating within normal risk parameters.</a:t>
            </a:r>
          </a:p>
          <a:p>
            <a:r>
              <a:t>### NCE — Clear</a:t>
            </a:r>
          </a:p>
          <a:p>
            <a:r>
              <a:t>No credible threat identified. Region operating within normal risk parameters.</a:t>
            </a:r>
          </a:p>
          <a:p>
            <a:r>
              <a:t>---</a:t>
            </a:r>
          </a:p>
          <a:p>
            <a:r>
              <a:t>*Regions escalated: 3 | Regions clear: 2 | Source: Enterprise CRQ Application*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