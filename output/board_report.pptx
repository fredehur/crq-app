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Executive Board Report — Cyber Risk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**Date:** 2026-03-09 | **Classification:** Board Confidential | **Total Global Value at Cyber Risk (VaCR):** $44,700,000</a:t>
            </a:r>
          </a:p>
          <a:p>
            <a:r>
              <a:t>---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AeroGrid Wind Solutions faces a combined Value-at-Cyber-Risk exposure of $44.7M across three active regions, with two regions reporting no credible threats. Ransomware activity in the Americas represents the single largest concentration of financial risk at $22M, directly threatening operational continuity and revenue generation. System intrusion campaigns targeting the Asia-Pacific region carry $18.5M in exposure and pose a material risk to core wind turbine manufacturing operations. Insider misuse in the Mediterranean, while lower in frequency, presents a $4.2M exposure that warrants sustained governance attention given the region's service and maintenance role.</a:t>
            </a:r>
          </a:p>
          <a:p>
            <a: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Escalated Regions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### AME — $22,000,000 at Risk | Severity: Critical</a:t>
            </a:r>
          </a:p>
          <a:p>
            <a:r>
              <a:t>**Primary Scenario:** Ransomware</a:t>
            </a:r>
          </a:p>
          <a:p>
            <a:r>
              <a:t>Ransomware remains the highest-impact scenario globally and poses an acute threat to AeroGrid's Americas operations, where supply chain coordination and customer delivery timelines are most vulnerable to disruption. A successful event could halt order fulfillment and trigger contractual penalties, making this the top priority for executive risk oversight. The $22M exposure reflects both direct recovery costs and downstream revenue loss from extended operational downtime.</a:t>
            </a:r>
          </a:p>
          <a:p>
            <a:r>
              <a:t>### APAC — $18,500,000 at Risk | Severity: High</a:t>
            </a:r>
          </a:p>
          <a:p>
            <a:r>
              <a:t>**Primary Scenario:** System intrusion</a:t>
            </a:r>
          </a:p>
          <a:p>
            <a:r>
              <a:t>System intrusion activity in APAC directly threatens the manufacturing backbone that accounts for 75% of AeroGrid's revenue, where unauthorized access to industrial control environments could disrupt turbine production schedules. The $18.5M exposure captures potential losses from production stoppages, intellectual property compromise, and reputational damage with regional energy clients. Elevated geopolitical tensions in the region increase the likelihood of state-aligned campaigns targeting critical energy infrastructure suppliers.</a:t>
            </a:r>
          </a:p>
          <a:p>
            <a:r>
              <a:t>### MED — $4,200,000 at Risk | Severity: Medium</a:t>
            </a:r>
          </a:p>
          <a:p>
            <a:r>
              <a:t>**Primary Scenario:** Insider misuse</a:t>
            </a:r>
          </a:p>
          <a:p>
            <a:r>
              <a:t>Insider misuse in the Mediterranean region presents a lower-frequency but high-consequence risk to AeroGrid's global service and maintenance operations, where privileged access to client site data and turbine diagnostics is inherent to daily workflows. The $4.2M exposure reflects potential losses from data exfiltration, sabotage of maintenance records, or unauthorized disclosure of client operational information. While severity is moderate relative to other regions, the trusted-access nature of this threat makes it resistant to purely technical controls and requires sustained governance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Clear Regions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### LATAM — Clear</a:t>
            </a:r>
          </a:p>
          <a:p>
            <a:r>
              <a:t>No credible threat identified. Region operating within normal risk parameters.</a:t>
            </a:r>
          </a:p>
          <a:p>
            <a:r>
              <a:t>### NCE — Clear</a:t>
            </a:r>
          </a:p>
          <a:p>
            <a:r>
              <a:t>No credible threat identified. Region operating within normal risk parameters.</a:t>
            </a:r>
          </a:p>
          <a:p>
            <a:r>
              <a:t>---</a:t>
            </a:r>
          </a:p>
          <a:p>
            <a:r>
              <a:t>*Regions escalated: 3 | Regions clear: 2 | Source: Enterprise CRQ Application*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