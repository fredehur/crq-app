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108960"/>
          </a:xfrm>
          <a:prstGeom prst="rect">
            <a:avLst/>
          </a:prstGeom>
          <a:solidFill>
            <a:srgbClr val="1042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F"/>
                </a:solidFill>
              </a:rPr>
              <a:t>AeroGrid Wind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Global Cyber Risk
Intelligence 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1097280" cy="685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4107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ESCALATED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3383280"/>
            <a:ext cx="109728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4107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7490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383280"/>
            <a:ext cx="109728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4107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490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CLEAR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Pipeline ID: crq-2026-04-06T094950Z   |   2026-04-06T09:49:50Z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309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DC2626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042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005840" cy="685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ESCALATED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777240"/>
            <a:ext cx="100584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8046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143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777240"/>
            <a:ext cx="100584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8046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143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</a:rPr>
              <a:t>CLEAR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459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CURRENT-CYCLE HEADLINE: All five operating regions have escalated simultaneously — a global first in this pipeline's run history — with state-sponsored pressure targeting wind turbine IP, manufacturing OT environments, and supply chain access points across every geography in which AeroGrid holds assets; AME carries the highest single-region financial exposure under a Ransomware scenario, while APAC, LATAM, MED, and NCE converge on System intrusion, collectively placing the full scope of AeroGrid's crown jewels under active geopolitical threat. CROSS-REGIONAL PATTERN: System intrusion against wind turbine IP and OT networks is the dominant global scenario across four of five escalated regions, driven in each case by the Geopolitical pillar — state-directed competition over clean energy technology is the single unifying driver; AME diverges with a Ransomware primary scenario at financial rank 1, but shares the same underlying geopolitical driver of supply chain coercion; all five escalations carry B2 Admiralty ratings with the exception of LATAM, whose Admiralty confidence is partially impaired by a confirmed cyber collection gap — the board should treat LATAM's escalation as geopolitically grounded but cyber-layer inferred, distinguishing it from the B2-confirmed assessments in APAC, MED, and NCE where dual-pillar corroboration is available. VELOCITY/HISTORICAL CONTEXT: Two regions are accelerating (LATAM, NCE), three are stable (APAC, AME, MED); APAC has returned System intrusion as its primary scenario for 12 consecutive runs, representing sustained structural exposure rather than cyclical variance; LATAM has returned System intrusion for 4 consecutive runs following an escalation step-change from a clear baseline sustained through early March 2026; MED has returned System intrusion for 3 consecutive runs, indicating a durable rather than transient alignment with current maritime disruption and OT pre-positioning conditions. CORRECTIONS/CAVEATS: The AME data classification is Ransomware at financial rank 1, but the current AME regional brief addresses System intrusion tradecraft — this discrepancy should be reviewed before the next AME cycle; the NCE primary scenario reflects an analyst override of the automated System failure classification, grounded in confirmed state-actor manufacturing sector tradecraft but not a direct indicator match against wind OT environments; LATAM and NCE carry VaCR of zero in the current risk register, reflecting the absence of quantified exposure assignments rather than the absence of operational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Region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743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743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Severity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743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Velocity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Confidence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042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</a:rPr>
              <a:t>RUN 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</a:rPr>
              <a:t>Pipeline ID:  crq-2026-04-06T094950Z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</a:rPr>
              <a:t>Timestamp:  2026-04-06T09:49:50Z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</a:rPr>
              <a:t>Escalated: 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</a:rPr>
              <a:t>Monitor: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</a:rPr>
              <a:t>Clear: 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